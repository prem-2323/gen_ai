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Executive Summary</a:t>
            </a:r>
          </a:p>
          <a:p>
            <a:pPr/>
            <a:r>
              <a:t>Priority**: High</a:t>
            </a:r>
          </a:p>
          <a:p>
            <a:pPr/>
            <a:r>
              <a:t>Keyfindingscount**: 3</a:t>
            </a:r>
          </a:p>
          <a:p>
            <a:pPr/>
            <a:r>
              <a:t>Recommendationscount**: 1</a:t>
            </a:r>
          </a:p>
          <a:p>
            <a:pPr/>
            <a:r>
              <a:t>Executiveoverview**: CONFIDENTIAL CYBER THREAT REPORT - AUGUST 2026</a:t>
            </a:r>
          </a:p>
          <a:p>
            <a:pPr/>
            <a:r>
              <a:t>Organization X detected a sophisticated ransomware outbreak on 15 August 2026. The attackers leveraged CVE-2026-4418 in the Identity Gateway, impacting 25 servers. Action required: Security teams must immediately apply Security Patch 2 and isolate legac</a:t>
            </a:r>
          </a:p>
          <a:p>
            <a:pPr/>
            <a:r>
              <a:t>Keyfindings</a:t>
            </a:r>
          </a:p>
          <a:p>
            <a:pPr/>
            <a:r>
              <a:t>Metric**: 2026</a:t>
            </a:r>
          </a:p>
          <a:p>
            <a:pPr/>
            <a:r>
              <a:t>Title**: CONFIDENTIAL CYBER THREAT REPORT - AUGUST 2026</a:t>
            </a:r>
          </a:p>
          <a:p>
            <a:pPr/>
            <a:r>
              <a:t>Organization X detected a sophisticated ran</a:t>
            </a:r>
          </a:p>
          <a:p>
            <a:pPr/>
            <a:r>
              <a:t>Description**: CONFIDENTIAL CYBER THREAT REPORT - AUGUST 2026</a:t>
            </a:r>
          </a:p>
          <a:p>
            <a:pPr/>
            <a:r>
              <a:t>Organization X detected a sophisticated ransomware outbreak on 15 August 2026.</a:t>
            </a:r>
          </a:p>
          <a:p>
            <a:pPr/>
            <a:r>
              <a:t>Metric**: 15</a:t>
            </a:r>
          </a:p>
          <a:p>
            <a:pPr/>
            <a:r>
              <a:t>Title**: The attackers leveraged CVE-2026-4418 in the Identity Gateway, impacting 25 servers.</a:t>
            </a:r>
          </a:p>
          <a:p>
            <a:pPr/>
            <a:r>
              <a:t>Description**: The attackers leveraged CVE-2026-4418 in the Identity Gateway, impacting 25 servers.</a:t>
            </a:r>
          </a:p>
          <a:p>
            <a:pPr/>
            <a:r>
              <a:t>Metric**: 2026</a:t>
            </a:r>
          </a:p>
          <a:p>
            <a:pPr/>
            <a:r>
              <a:t>Title**: Action required: Security teams must immediately apply Security Patch 2 and isolate legacy</a:t>
            </a:r>
          </a:p>
          <a:p>
            <a:pPr/>
            <a:r>
              <a:t>Description**: Action required: Security teams must immediately apply Security Patch 2 and isolate legacy subnets.</a:t>
            </a:r>
          </a:p>
          <a:p>
            <a:pPr/>
            <a:r>
              <a:t>Implications</a:t>
            </a:r>
          </a:p>
          <a:p>
            <a:pPr/>
            <a:r>
              <a:t>Action required: Security teams must immediately apply Security Patch 2 and isolate legacy subnets.</a:t>
            </a:r>
          </a:p>
          <a:p>
            <a:pPr/>
            <a:r>
              <a:t>Strategicactions</a:t>
            </a:r>
          </a:p>
          <a:p>
            <a:pPr/>
            <a:r>
              <a:t>Must immediately apply Security Patch 2 and isolate legacy subnets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