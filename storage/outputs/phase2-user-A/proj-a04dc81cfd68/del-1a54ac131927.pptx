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Acme Corp detected 47 phishing attempts targeting the finance team in September 2026. 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Acme Corp detected 47 phishing attempts targeting the finance team in September 2026.</a:t>
            </a:r>
          </a:p>
          <a:p>
            <a:pPr/>
            <a:r>
              <a:t>Analysts should review firewall logs and ensure multi-factor authentication is enforced.</a:t>
            </a:r>
          </a:p>
          <a:p>
            <a:pPr/>
            <a:r>
              <a:t>The security team must patch all edge servers within 14 days.</a:t>
            </a:r>
          </a:p>
          <a:p>
            <a:pPr/>
            <a:r>
              <a:t>The board meeting on October 5, 2026 will review the incident response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Analysts should review firewall logs and ensure multi-factor authentic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Analysts should review firewall logs and ensure multi-factor authentication is enforced.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security team must patch all edge servers within 14 days.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The security team must patch all edge servers within 14 days.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board meeting on October 5, 2026 will review the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The board meeting on October 5, 2026 will review the incident response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 September 12, 2026, a malware sample exploited CVE-2026-1234 affect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On September 12, 2026, a malware sample exploited CVE-2026-1234 affecting 12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