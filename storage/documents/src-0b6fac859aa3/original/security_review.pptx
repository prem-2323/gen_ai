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Security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Latency improved by 35 percent after the Q3 patch rollout.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743200"/>
            <a:ext cx="2743200" cy="17456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99.95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