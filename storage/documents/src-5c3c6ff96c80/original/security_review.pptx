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Quarterly Security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Latency improved by 35 percent after the Q3 patch rollout.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0" y="2743200"/>
            <a:ext cx="2743200" cy="20574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914400"/>
          <a:ext cx="54864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</a:tblGrid>
              <a:tr h="914400">
                <a:tc>
                  <a:txBody>
                    <a:bodyPr/>
                    <a:lstStyle/>
                    <a:p>
                      <a:r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Value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r>
                        <a:t>Uptime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99.95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